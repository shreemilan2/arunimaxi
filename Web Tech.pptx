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2" r:id="rId10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718"/>
  </p:normalViewPr>
  <p:slideViewPr>
    <p:cSldViewPr snapToGrid="0">
      <p:cViewPr varScale="1">
        <p:scale>
          <a:sx n="113" d="100"/>
          <a:sy n="113" d="100"/>
        </p:scale>
        <p:origin x="1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76C61-D826-47E4-D4A4-D7EEA4866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2791B-8F01-1472-3C42-49FEB3DB3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07AE2-E277-6207-D194-3B62E860D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59E3F-8F1B-2F78-CD7F-DE531E64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3C9E-B279-B751-9A92-1D74566F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887672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6FB0B-5EB6-318A-98C9-D58DB3CF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5104-CAE2-8978-5BE8-B7924A388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32723-C2B7-5939-E135-0AB0D8F1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CD4E7-E78C-85F8-32C0-7E70C8A9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B8119-4B77-F990-8A22-1F95067A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09050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35D33-8F1F-6EB9-194C-EB667DE06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FF636-C472-E0AC-0D23-3C34A44DC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9FF7B-B14C-C18A-4D57-4A89BE4CC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F1981-0D24-E60D-02BF-4C3C9974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92CFC-EBE2-00D2-46B3-4B9B894A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304356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5468-65BE-37CA-9D72-FAA04FD8E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C2E50-0E39-3049-2477-5A7E1ABC3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82AC0-8FAA-7BD1-04CD-76383370A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B2322-D919-22DF-931F-6B0B9307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EC79D-42E0-9EBA-B2E7-D92804C04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954DD-D1F7-BABC-2F73-C244F30D2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5899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16C8C-B6F3-2547-7D7C-F641EA917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EEB16-8143-1472-2C7D-D404003D8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ACE33-66C3-081D-577E-01A2284FC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05877-2D0D-9A5F-CB9E-E52BAAA2B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33BDFB-F395-DBE1-8072-1EDB34B8E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D17B0-5E92-DC83-E159-9DC14356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B4F2D4-94CE-549A-382F-DA12F40F7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35A272-07BE-5421-6037-3AAC4C29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98357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1B9B-137B-D48A-365B-20B0EDDC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36188-6B28-C6E9-B56C-E0344E83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9C12D-3AFA-261C-C91A-95A5F7A01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D5457-4139-4808-3A9C-BF822BC9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5591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526999-7C1E-3858-5B20-E77AFF694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FDF00-78BB-70A5-E0CC-FD8AF0E65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2357A-2BA0-602C-3155-B14039C9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58999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030B-AA7C-8876-A198-89B004056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36AFC-F37C-C13D-6B6A-454A12332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356F2-570D-7CDF-6A2A-40FEBD43F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A78E1-FAF8-5B1E-6F87-01474FCF9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339BA5-4D97-C50A-1438-749E7D4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805EF-1E6F-FA25-70E1-C73D8C7C1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74608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45B19-3605-2C7C-18E3-0F7E83BA2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9F5B8E-BC29-0398-9475-4F0CF1369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99F74-26E2-ED93-0A84-04C3435FD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16824-1932-B3FA-FC63-ECD714DA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4F87E-40B1-B031-A50C-DD6081250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328A4-6468-D30E-BD37-76003593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3729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3629-EDF6-3DCE-A408-7F21E2851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26F8A-7A28-2FBF-E366-E1D990BED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1B6B4-AC66-CBAE-C84C-D183D32C6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B96BB-0B39-007B-EA3C-D74572D8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80A18-B5B0-402D-D627-3B652B150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1805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923342-38C2-5A16-EF84-A187CEE202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7AD96-CC10-AA35-A444-3FFC49CD7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1B22C-D22D-58FC-70E1-76D5C60F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AFAEC-843B-DD19-06DE-4E9B5ADAA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89095-12BC-F070-3222-38EE25B4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84309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37C70-AE9E-0D45-2078-2D29985D8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31E49-56A0-B629-6B6C-0E0880FD7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9CFCC-5B53-86F7-163D-DEB2B0EACB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E0D06-F1B5-A043-B9F2-56D4F896AE36}" type="datetimeFigureOut">
              <a:rPr lang="en-NP" smtClean="0"/>
              <a:t>17/11/2025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097B-C4C1-B29C-05AB-5A71EE64B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8F25E-C9EB-EDDD-1D03-273141E53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38EBC6-2334-AB40-8FC6-D2676C4A6E67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26853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E0D8F-56A5-1A4A-E112-33704E45B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E434D-F931-4C2C-80FF-D989B1395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31" y="241301"/>
            <a:ext cx="11816969" cy="66167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NP" b="1" u="sng" dirty="0"/>
              <a:t>Output Methods</a:t>
            </a:r>
            <a:r>
              <a:rPr lang="en-NP" b="1" dirty="0"/>
              <a:t> </a:t>
            </a:r>
            <a:endParaRPr lang="en-NP" dirty="0"/>
          </a:p>
          <a:p>
            <a:pPr marL="0" indent="0">
              <a:buNone/>
            </a:pPr>
            <a:r>
              <a:rPr lang="en-NP" dirty="0"/>
              <a:t>JavaScript can "display" data in different ways: </a:t>
            </a:r>
          </a:p>
          <a:p>
            <a:pPr marL="0" indent="0">
              <a:buNone/>
            </a:pPr>
            <a:r>
              <a:rPr lang="en-NP" dirty="0"/>
              <a:t>➢ Writing into an HTML element, using </a:t>
            </a:r>
            <a:r>
              <a:rPr lang="en-NP" b="1" dirty="0"/>
              <a:t>innerHTML</a:t>
            </a:r>
            <a:r>
              <a:rPr lang="en-NP" dirty="0"/>
              <a:t>. </a:t>
            </a:r>
          </a:p>
          <a:p>
            <a:pPr marL="0" indent="0">
              <a:buNone/>
            </a:pPr>
            <a:r>
              <a:rPr lang="en-NP" dirty="0"/>
              <a:t>➢ Writing into the HTML output using </a:t>
            </a:r>
            <a:r>
              <a:rPr lang="en-NP" b="1" dirty="0"/>
              <a:t>document.write()</a:t>
            </a:r>
            <a:r>
              <a:rPr lang="en-NP" dirty="0"/>
              <a:t>. </a:t>
            </a:r>
          </a:p>
          <a:p>
            <a:pPr marL="0" indent="0">
              <a:buNone/>
            </a:pPr>
            <a:r>
              <a:rPr lang="en-NP" dirty="0"/>
              <a:t>➢ Writing into an alert box, using </a:t>
            </a:r>
            <a:r>
              <a:rPr lang="en-NP" b="1" dirty="0"/>
              <a:t>window.alert()</a:t>
            </a:r>
            <a:r>
              <a:rPr lang="en-NP" dirty="0"/>
              <a:t>. </a:t>
            </a:r>
          </a:p>
          <a:p>
            <a:pPr marL="0" indent="0">
              <a:buNone/>
            </a:pPr>
            <a:r>
              <a:rPr lang="en-NP" dirty="0"/>
              <a:t>➢ Writing into the browser console, using </a:t>
            </a:r>
            <a:r>
              <a:rPr lang="en-NP" b="1" dirty="0"/>
              <a:t>console.log()</a:t>
            </a:r>
            <a:r>
              <a:rPr lang="en-NP" dirty="0"/>
              <a:t>. </a:t>
            </a:r>
            <a:endParaRPr lang="en-NP" sz="1800" b="1" dirty="0"/>
          </a:p>
        </p:txBody>
      </p:sp>
    </p:spTree>
    <p:extLst>
      <p:ext uri="{BB962C8B-B14F-4D97-AF65-F5344CB8AC3E}">
        <p14:creationId xmlns:p14="http://schemas.microsoft.com/office/powerpoint/2010/main" val="3508884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E5398-1478-9DD6-379E-A4E1A18A9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31" y="241301"/>
            <a:ext cx="11816969" cy="66167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b="1" i="1" dirty="0">
                <a:highlight>
                  <a:srgbClr val="00FF00"/>
                </a:highlight>
              </a:rPr>
              <a:t>QN 1 Write a  </a:t>
            </a:r>
            <a:r>
              <a:rPr lang="en-US" sz="3200" b="1" i="1" dirty="0" err="1">
                <a:highlight>
                  <a:srgbClr val="00FF00"/>
                </a:highlight>
              </a:rPr>
              <a:t>Js</a:t>
            </a:r>
            <a:r>
              <a:rPr lang="en-US" sz="3200" b="1" i="1" dirty="0">
                <a:highlight>
                  <a:srgbClr val="00FF00"/>
                </a:highlight>
              </a:rPr>
              <a:t> Program to demonstrate Internal </a:t>
            </a:r>
            <a:r>
              <a:rPr lang="en-US" sz="3200" b="1" i="1" dirty="0" err="1">
                <a:highlight>
                  <a:srgbClr val="00FF00"/>
                </a:highlight>
              </a:rPr>
              <a:t>Javascript</a:t>
            </a:r>
            <a:r>
              <a:rPr lang="en-US" sz="3200" b="1" i="1" dirty="0">
                <a:highlight>
                  <a:srgbClr val="00FF00"/>
                </a:highlight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i="1" dirty="0">
                <a:highlight>
                  <a:srgbClr val="FFFF00"/>
                </a:highlight>
              </a:rPr>
              <a:t>/*HTML code Save it as index1.html*/</a:t>
            </a:r>
            <a:endParaRPr lang="en-US" sz="3200" b="1" dirty="0">
              <a:highlight>
                <a:srgbClr val="FFFF00"/>
              </a:highlight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&lt;html&gt;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&lt;head&gt; &lt;title&gt;Internal JS&lt;/title&gt;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&lt;script&gt;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	function </a:t>
            </a:r>
            <a:r>
              <a:rPr lang="en-US" sz="3200" b="1" dirty="0" err="1"/>
              <a:t>adish</a:t>
            </a:r>
            <a:r>
              <a:rPr lang="en-US" sz="3200" b="1" dirty="0"/>
              <a:t>() 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	alert("Hello World")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	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&lt;/script&gt;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&lt;/head&gt;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&lt;body&gt;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&lt;input type = "button" onclick = "</a:t>
            </a:r>
            <a:r>
              <a:rPr lang="en-US" sz="3200" b="1" dirty="0" err="1"/>
              <a:t>adish</a:t>
            </a:r>
            <a:r>
              <a:rPr lang="en-US" sz="3200" b="1" dirty="0"/>
              <a:t>()" value = "Submit" /&gt;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&lt;/body&gt;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3200" b="1" dirty="0"/>
              <a:t>&lt;/html&gt; 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-US" sz="3200" b="1" dirty="0"/>
            </a:br>
            <a:endParaRPr lang="en-US" sz="3200" b="1" dirty="0"/>
          </a:p>
          <a:p>
            <a:pPr marL="0" indent="0">
              <a:spcBef>
                <a:spcPts val="0"/>
              </a:spcBef>
              <a:buNone/>
            </a:pPr>
            <a:br>
              <a:rPr lang="en-US" sz="3200" b="1" dirty="0"/>
            </a:br>
            <a:endParaRPr lang="en-US" sz="3200" b="1" dirty="0"/>
          </a:p>
          <a:p>
            <a:pPr marL="0" indent="0">
              <a:spcBef>
                <a:spcPts val="0"/>
              </a:spcBef>
              <a:buNone/>
            </a:pPr>
            <a:endParaRPr lang="en-NP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04BE5B-2B37-DFF4-65B4-A24B83572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290" y="2522595"/>
            <a:ext cx="4076875" cy="18128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0EA17B-91F0-931B-BF91-68B22237E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2815" y="1345273"/>
            <a:ext cx="4304154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47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2A8C1-4936-5989-C8B0-1F63C0B2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B1096-9769-92D5-0B47-B6F0E84A3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31" y="241301"/>
            <a:ext cx="11816969" cy="66167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b="1" i="1" dirty="0">
                <a:highlight>
                  <a:srgbClr val="00FF00"/>
                </a:highlight>
              </a:rPr>
              <a:t>QN 2 Write a  </a:t>
            </a:r>
            <a:r>
              <a:rPr lang="en-US" sz="3200" b="1" i="1" dirty="0" err="1">
                <a:highlight>
                  <a:srgbClr val="00FF00"/>
                </a:highlight>
              </a:rPr>
              <a:t>Js</a:t>
            </a:r>
            <a:r>
              <a:rPr lang="en-US" sz="3200" b="1" i="1" dirty="0">
                <a:highlight>
                  <a:srgbClr val="00FF00"/>
                </a:highlight>
              </a:rPr>
              <a:t> Program to demonstrate External </a:t>
            </a:r>
            <a:r>
              <a:rPr lang="en-US" sz="3200" b="1" i="1" dirty="0" err="1">
                <a:highlight>
                  <a:srgbClr val="00FF00"/>
                </a:highlight>
              </a:rPr>
              <a:t>Javascript</a:t>
            </a:r>
            <a:r>
              <a:rPr lang="en-US" sz="3200" b="1" i="1" dirty="0">
                <a:highlight>
                  <a:srgbClr val="00FF00"/>
                </a:highlight>
              </a:rPr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i="1" dirty="0">
                <a:highlight>
                  <a:srgbClr val="FFFF00"/>
                </a:highlight>
              </a:rPr>
              <a:t>/*HTML code Save it as index2.html*/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&lt;html&gt;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&lt;head&gt; &lt;title&gt;External JS&lt;/title&gt;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&lt;script </a:t>
            </a:r>
            <a:r>
              <a:rPr lang="en-US" b="1" dirty="0" err="1"/>
              <a:t>src</a:t>
            </a:r>
            <a:r>
              <a:rPr lang="en-US" b="1" dirty="0"/>
              <a:t>="index2.js"&gt;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&lt;/script&gt;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&lt;/head&gt;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&lt;body&gt;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&lt;input type = "button" onclick = "</a:t>
            </a:r>
            <a:r>
              <a:rPr lang="en-US" b="1" dirty="0" err="1"/>
              <a:t>adish</a:t>
            </a:r>
            <a:r>
              <a:rPr lang="en-US" b="1" dirty="0"/>
              <a:t>()" value = "Submit" /&gt;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&lt;/body&gt;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&lt;/html&gt;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i="1" dirty="0">
                <a:highlight>
                  <a:srgbClr val="FFFF00"/>
                </a:highlight>
              </a:rPr>
              <a:t>/*</a:t>
            </a:r>
            <a:r>
              <a:rPr lang="en-US" i="1" dirty="0" err="1">
                <a:highlight>
                  <a:srgbClr val="FFFF00"/>
                </a:highlight>
              </a:rPr>
              <a:t>Js</a:t>
            </a:r>
            <a:r>
              <a:rPr lang="en-US" i="1" dirty="0">
                <a:highlight>
                  <a:srgbClr val="FFFF00"/>
                </a:highlight>
              </a:rPr>
              <a:t> code Save it as index2.js*/</a:t>
            </a:r>
          </a:p>
          <a:p>
            <a:pPr marL="0" indent="0">
              <a:buNone/>
            </a:pPr>
            <a:r>
              <a:rPr lang="en-US" b="1" dirty="0"/>
              <a:t>function </a:t>
            </a:r>
            <a:r>
              <a:rPr lang="en-US" b="1" dirty="0" err="1"/>
              <a:t>adish</a:t>
            </a:r>
            <a:r>
              <a:rPr lang="en-US" b="1" dirty="0"/>
              <a:t>() { </a:t>
            </a:r>
          </a:p>
          <a:p>
            <a:pPr marL="0" indent="0">
              <a:buNone/>
            </a:pPr>
            <a:r>
              <a:rPr lang="en-US" b="1" dirty="0"/>
              <a:t>alert("Hello World") </a:t>
            </a:r>
          </a:p>
          <a:p>
            <a:pPr marL="0" indent="0">
              <a:buNone/>
            </a:pPr>
            <a:r>
              <a:rPr lang="en-US" b="1" dirty="0"/>
              <a:t>} </a:t>
            </a:r>
          </a:p>
          <a:p>
            <a:pPr marL="0" indent="0">
              <a:spcBef>
                <a:spcPts val="0"/>
              </a:spcBef>
              <a:buNone/>
            </a:pP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br>
              <a:rPr lang="en-US" sz="3200" b="1" dirty="0"/>
            </a:br>
            <a:endParaRPr lang="en-US" sz="3200" b="1" dirty="0"/>
          </a:p>
          <a:p>
            <a:pPr marL="0" indent="0">
              <a:spcBef>
                <a:spcPts val="0"/>
              </a:spcBef>
              <a:buNone/>
            </a:pPr>
            <a:br>
              <a:rPr lang="en-US" sz="3200" b="1" dirty="0"/>
            </a:br>
            <a:endParaRPr lang="en-US" sz="3200" b="1" dirty="0"/>
          </a:p>
          <a:p>
            <a:pPr marL="0" indent="0">
              <a:spcBef>
                <a:spcPts val="0"/>
              </a:spcBef>
              <a:buNone/>
            </a:pPr>
            <a:endParaRPr lang="en-NP" sz="32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3BDDA3-030C-4A5F-365B-156FDA536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890" y="5045191"/>
            <a:ext cx="4076875" cy="18128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D0C0EB-399A-11FF-E9C5-21F20B9B2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415" y="3867869"/>
            <a:ext cx="4304154" cy="172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6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5B06-BA3F-CDFB-105C-8DF88FC2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EAAB9-DB09-E54B-2920-6FEDB777A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31" y="241301"/>
            <a:ext cx="11816969" cy="66167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3200" b="1" i="1" dirty="0">
                <a:highlight>
                  <a:srgbClr val="00FF00"/>
                </a:highlight>
              </a:rPr>
              <a:t>QN 3 Write a  </a:t>
            </a:r>
            <a:r>
              <a:rPr lang="en-US" sz="3200" b="1" i="1" dirty="0" err="1">
                <a:highlight>
                  <a:srgbClr val="00FF00"/>
                </a:highlight>
              </a:rPr>
              <a:t>Js</a:t>
            </a:r>
            <a:r>
              <a:rPr lang="en-US" sz="3200" b="1" i="1" dirty="0">
                <a:highlight>
                  <a:srgbClr val="00FF00"/>
                </a:highlight>
              </a:rPr>
              <a:t> Program to demonstrate addition of two no: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&lt;html&gt;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&lt;head&gt; 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&lt;title&gt;Sum of two digits&lt;/title&gt;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&lt;/head&gt;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&lt;body&gt;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&lt;script&gt; 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var x = 10; 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var y = 20; 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var z=</a:t>
            </a:r>
            <a:r>
              <a:rPr lang="en-US" sz="2400" b="0" dirty="0" err="1">
                <a:effectLst/>
                <a:latin typeface="Menlo" panose="020B0609030804020204" pitchFamily="49" charset="0"/>
              </a:rPr>
              <a:t>x+y</a:t>
            </a:r>
            <a:r>
              <a:rPr lang="en-US" sz="2400" b="0" dirty="0">
                <a:effectLst/>
                <a:latin typeface="Menlo" panose="020B0609030804020204" pitchFamily="49" charset="0"/>
              </a:rPr>
              <a:t>; 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 err="1">
                <a:effectLst/>
                <a:latin typeface="Menlo" panose="020B0609030804020204" pitchFamily="49" charset="0"/>
              </a:rPr>
              <a:t>document.write</a:t>
            </a:r>
            <a:r>
              <a:rPr lang="en-US" sz="2400" b="0" dirty="0">
                <a:effectLst/>
                <a:latin typeface="Menlo" panose="020B0609030804020204" pitchFamily="49" charset="0"/>
              </a:rPr>
              <a:t>("sum of two digits="+z); 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&lt;/script&gt;</a:t>
            </a:r>
          </a:p>
          <a:p>
            <a:pPr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&lt;/body&gt;</a:t>
            </a:r>
          </a:p>
          <a:p>
            <a:pPr marL="0" indent="0">
              <a:lnSpc>
                <a:spcPts val="1200"/>
              </a:lnSpc>
              <a:spcBef>
                <a:spcPts val="1800"/>
              </a:spcBef>
              <a:buNone/>
            </a:pPr>
            <a:r>
              <a:rPr lang="en-US" sz="2400" b="0" dirty="0">
                <a:effectLst/>
                <a:latin typeface="Menlo" panose="020B0609030804020204" pitchFamily="49" charset="0"/>
              </a:rPr>
              <a:t>&lt;/html&gt;</a:t>
            </a:r>
          </a:p>
          <a:p>
            <a:pPr marL="0" indent="0">
              <a:spcBef>
                <a:spcPts val="0"/>
              </a:spcBef>
              <a:buNone/>
            </a:pPr>
            <a:endParaRPr lang="en-US" b="1" dirty="0"/>
          </a:p>
          <a:p>
            <a:pPr marL="0" indent="0">
              <a:spcBef>
                <a:spcPts val="0"/>
              </a:spcBef>
              <a:buNone/>
            </a:pPr>
            <a:br>
              <a:rPr lang="en-US" sz="3200" b="1" dirty="0"/>
            </a:br>
            <a:endParaRPr lang="en-US" sz="3200" b="1" dirty="0"/>
          </a:p>
          <a:p>
            <a:pPr marL="0" indent="0">
              <a:spcBef>
                <a:spcPts val="0"/>
              </a:spcBef>
              <a:buNone/>
            </a:pPr>
            <a:br>
              <a:rPr lang="en-US" sz="3200" b="1" dirty="0"/>
            </a:br>
            <a:endParaRPr lang="en-US" sz="3200" b="1" dirty="0"/>
          </a:p>
          <a:p>
            <a:pPr marL="0" indent="0">
              <a:spcBef>
                <a:spcPts val="0"/>
              </a:spcBef>
              <a:buNone/>
            </a:pPr>
            <a:endParaRPr lang="en-NP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9B8D1-CEBF-9F26-D05F-311E8164F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593" y="1433688"/>
            <a:ext cx="4303874" cy="20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016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B739D-21CC-55B6-914F-E9979AA7E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BBCF1-8753-DB06-DCAA-C6A1624FC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31" y="241301"/>
            <a:ext cx="11816969" cy="66167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i="1" dirty="0">
                <a:highlight>
                  <a:srgbClr val="00FF00"/>
                </a:highlight>
              </a:rPr>
              <a:t>QN 4Write a  </a:t>
            </a:r>
            <a:r>
              <a:rPr lang="en-US" sz="1800" b="1" i="1" dirty="0" err="1">
                <a:highlight>
                  <a:srgbClr val="00FF00"/>
                </a:highlight>
              </a:rPr>
              <a:t>Js</a:t>
            </a:r>
            <a:r>
              <a:rPr lang="en-US" sz="1800" b="1" i="1" dirty="0">
                <a:highlight>
                  <a:srgbClr val="00FF00"/>
                </a:highlight>
              </a:rPr>
              <a:t> Program to demonstrate an example of control statement using if(), elseif() and else statement.</a:t>
            </a:r>
            <a:endParaRPr lang="en-US" sz="1800" b="1" dirty="0"/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&lt;html&gt;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&lt;head&gt;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&lt;title&gt; Example of if, else if, else statement&lt;/title&gt;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&lt;script&gt; 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function </a:t>
            </a:r>
            <a:r>
              <a:rPr lang="en-US" sz="2000" b="1" dirty="0" err="1">
                <a:effectLst/>
                <a:latin typeface="Menlo" panose="020B0609030804020204" pitchFamily="49" charset="0"/>
              </a:rPr>
              <a:t>pnz</a:t>
            </a:r>
            <a:r>
              <a:rPr lang="en-US" sz="2000" b="1" dirty="0">
                <a:effectLst/>
                <a:latin typeface="Menlo" panose="020B0609030804020204" pitchFamily="49" charset="0"/>
              </a:rPr>
              <a:t>()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{var num=</a:t>
            </a:r>
            <a:r>
              <a:rPr lang="en-US" sz="2000" b="1" dirty="0" err="1">
                <a:effectLst/>
                <a:latin typeface="Menlo" panose="020B0609030804020204" pitchFamily="49" charset="0"/>
              </a:rPr>
              <a:t>parseInt</a:t>
            </a:r>
            <a:r>
              <a:rPr lang="en-US" sz="2000" b="1" dirty="0">
                <a:effectLst/>
                <a:latin typeface="Menlo" panose="020B0609030804020204" pitchFamily="49" charset="0"/>
              </a:rPr>
              <a:t>(prompt("Enter a number"));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if(num &lt;0) 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 err="1">
                <a:effectLst/>
                <a:latin typeface="Menlo" panose="020B0609030804020204" pitchFamily="49" charset="0"/>
              </a:rPr>
              <a:t>document.write</a:t>
            </a:r>
            <a:r>
              <a:rPr lang="en-US" sz="2000" b="1" dirty="0">
                <a:effectLst/>
                <a:latin typeface="Menlo" panose="020B0609030804020204" pitchFamily="49" charset="0"/>
              </a:rPr>
              <a:t>("&lt;b&gt;Number is negative&lt;/b&gt;"); 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else if(num&gt;0) 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 err="1">
                <a:effectLst/>
                <a:latin typeface="Menlo" panose="020B0609030804020204" pitchFamily="49" charset="0"/>
              </a:rPr>
              <a:t>document.write</a:t>
            </a:r>
            <a:r>
              <a:rPr lang="en-US" sz="2000" b="1" dirty="0">
                <a:effectLst/>
                <a:latin typeface="Menlo" panose="020B0609030804020204" pitchFamily="49" charset="0"/>
              </a:rPr>
              <a:t>("&lt;b&gt;Number is positive&lt;/b&gt;"); 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else 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 err="1">
                <a:effectLst/>
                <a:latin typeface="Menlo" panose="020B0609030804020204" pitchFamily="49" charset="0"/>
              </a:rPr>
              <a:t>document.write</a:t>
            </a:r>
            <a:r>
              <a:rPr lang="en-US" sz="2000" b="1" dirty="0">
                <a:effectLst/>
                <a:latin typeface="Menlo" panose="020B0609030804020204" pitchFamily="49" charset="0"/>
              </a:rPr>
              <a:t>("&lt;b&gt;Number is zero&lt;/b&gt;");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}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&lt;/script&gt; 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&lt;/head&gt;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&lt;body&gt;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&lt;input type = "button" onclick = "</a:t>
            </a:r>
            <a:r>
              <a:rPr lang="en-US" sz="2000" b="1" dirty="0" err="1">
                <a:effectLst/>
                <a:latin typeface="Menlo" panose="020B0609030804020204" pitchFamily="49" charset="0"/>
              </a:rPr>
              <a:t>pnz</a:t>
            </a:r>
            <a:r>
              <a:rPr lang="en-US" sz="2000" b="1" dirty="0">
                <a:effectLst/>
                <a:latin typeface="Menlo" panose="020B0609030804020204" pitchFamily="49" charset="0"/>
              </a:rPr>
              <a:t>()" value = "Submit" /&gt; 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&lt;/body&gt;</a:t>
            </a:r>
          </a:p>
          <a:p>
            <a:pPr marL="0" indent="0">
              <a:lnSpc>
                <a:spcPts val="1100"/>
              </a:lnSpc>
              <a:spcBef>
                <a:spcPts val="1400"/>
              </a:spcBef>
              <a:buNone/>
            </a:pPr>
            <a:r>
              <a:rPr lang="en-US" sz="2000" b="1" dirty="0">
                <a:effectLst/>
                <a:latin typeface="Menlo" panose="020B0609030804020204" pitchFamily="49" charset="0"/>
              </a:rPr>
              <a:t>&lt;/html&gt;</a:t>
            </a:r>
          </a:p>
          <a:p>
            <a:pPr marL="0" indent="0">
              <a:spcBef>
                <a:spcPts val="0"/>
              </a:spcBef>
              <a:buNone/>
            </a:pPr>
            <a:endParaRPr lang="en-NP" sz="18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0D952C-5446-45EC-AFF1-DD20AC11B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755" y="1530336"/>
            <a:ext cx="4278490" cy="24878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35C960-EA23-323C-6CFC-3334F3745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755" y="4019550"/>
            <a:ext cx="2823986" cy="130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2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F2A1A-1A75-0224-AEA8-330753C5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00DE1-EE77-02C8-1FDA-444887466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87" y="869244"/>
            <a:ext cx="5145236" cy="5988756"/>
          </a:xfrm>
        </p:spPr>
        <p:txBody>
          <a:bodyPr>
            <a:noAutofit/>
          </a:bodyPr>
          <a:lstStyle/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&lt;html&gt;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&lt;head&gt;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&lt;title&gt; example menu based program using switch case&lt;/title&gt;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&lt;script&gt;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function menu()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{var day=</a:t>
            </a:r>
            <a:r>
              <a:rPr lang="en-US" sz="1800" b="1" dirty="0" err="1"/>
              <a:t>parseInt</a:t>
            </a:r>
            <a:r>
              <a:rPr lang="en-US" sz="1800" b="1" dirty="0"/>
              <a:t>(prompt("enter the day"));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switch(day)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{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case 1: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 err="1"/>
              <a:t>document.write</a:t>
            </a:r>
            <a:r>
              <a:rPr lang="en-US" sz="1800" b="1" dirty="0"/>
              <a:t>("Sunday");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break;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case 2: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 err="1"/>
              <a:t>document.write</a:t>
            </a:r>
            <a:r>
              <a:rPr lang="en-US" sz="1800" b="1" dirty="0"/>
              <a:t>("Monday");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break;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case 3: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 err="1"/>
              <a:t>document.write</a:t>
            </a:r>
            <a:r>
              <a:rPr lang="en-US" sz="1800" b="1" dirty="0"/>
              <a:t>("Tuesday");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break;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case 4: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 err="1"/>
              <a:t>document.write</a:t>
            </a:r>
            <a:r>
              <a:rPr lang="en-US" sz="1800" b="1" dirty="0"/>
              <a:t>("Wednesday");</a:t>
            </a:r>
          </a:p>
          <a:p>
            <a:pPr marL="0" indent="0">
              <a:lnSpc>
                <a:spcPts val="1600"/>
              </a:lnSpc>
              <a:spcBef>
                <a:spcPts val="600"/>
              </a:spcBef>
              <a:buNone/>
            </a:pPr>
            <a:r>
              <a:rPr lang="en-US" sz="1800" b="1" dirty="0"/>
              <a:t>b</a:t>
            </a:r>
            <a:r>
              <a:rPr lang="en-NP" sz="1800" b="1" dirty="0"/>
              <a:t>reak;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9C3C0CD-7015-031A-036D-D032D6D9005B}"/>
              </a:ext>
            </a:extLst>
          </p:cNvPr>
          <p:cNvSpPr txBox="1">
            <a:spLocks/>
          </p:cNvSpPr>
          <p:nvPr/>
        </p:nvSpPr>
        <p:spPr>
          <a:xfrm>
            <a:off x="5951742" y="200378"/>
            <a:ext cx="5111369" cy="66167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NP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F9A77-7986-9AFA-582F-304BF638939E}"/>
              </a:ext>
            </a:extLst>
          </p:cNvPr>
          <p:cNvSpPr txBox="1"/>
          <p:nvPr/>
        </p:nvSpPr>
        <p:spPr>
          <a:xfrm>
            <a:off x="564444" y="135467"/>
            <a:ext cx="112211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highlight>
                  <a:srgbClr val="00FF00"/>
                </a:highlight>
              </a:rPr>
              <a:t>QN 5 Write a  </a:t>
            </a:r>
            <a:r>
              <a:rPr lang="en-US" b="1" i="1" dirty="0" err="1">
                <a:highlight>
                  <a:srgbClr val="00FF00"/>
                </a:highlight>
              </a:rPr>
              <a:t>Js</a:t>
            </a:r>
            <a:r>
              <a:rPr lang="en-US" b="1" i="1" dirty="0">
                <a:highlight>
                  <a:srgbClr val="00FF00"/>
                </a:highlight>
              </a:rPr>
              <a:t> Program to demonstrate an example of menu based program using switch case statement.</a:t>
            </a:r>
            <a:endParaRPr lang="en-US" b="1" dirty="0"/>
          </a:p>
          <a:p>
            <a:endParaRPr lang="en-NP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5AC543F-C5CF-97A2-EBA8-C38D74245A76}"/>
              </a:ext>
            </a:extLst>
          </p:cNvPr>
          <p:cNvSpPr txBox="1">
            <a:spLocks/>
          </p:cNvSpPr>
          <p:nvPr/>
        </p:nvSpPr>
        <p:spPr>
          <a:xfrm>
            <a:off x="5387053" y="597132"/>
            <a:ext cx="6804947" cy="58772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case 5: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 err="1"/>
              <a:t>document.write</a:t>
            </a:r>
            <a:r>
              <a:rPr lang="en-US" sz="1800" b="1" dirty="0"/>
              <a:t>("Thursday");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break;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case 6: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 err="1"/>
              <a:t>document.write</a:t>
            </a:r>
            <a:r>
              <a:rPr lang="en-US" sz="1800" b="1" dirty="0"/>
              <a:t>("Friday");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break;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case 7: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 err="1"/>
              <a:t>document.write</a:t>
            </a:r>
            <a:r>
              <a:rPr lang="en-US" sz="1800" b="1" dirty="0"/>
              <a:t>("Saturday");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break;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default: </a:t>
            </a:r>
            <a:r>
              <a:rPr lang="en-US" sz="1800" b="1" dirty="0" err="1"/>
              <a:t>document.write</a:t>
            </a:r>
            <a:r>
              <a:rPr lang="en-US" sz="1800" b="1" dirty="0"/>
              <a:t>("invalid day Please choose from 1-7");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break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&lt;/script&gt;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&lt;/head&gt;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&lt;body&gt;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&lt;input type="button" value="day" onclick=”menu()"&gt; 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&lt;/body&gt;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1800" b="1" dirty="0"/>
              <a:t>&lt;/html&gt;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endParaRPr lang="en-NP" sz="1800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BE8C8FA-9930-F585-D546-28D8B260B24D}"/>
              </a:ext>
            </a:extLst>
          </p:cNvPr>
          <p:cNvCxnSpPr/>
          <p:nvPr/>
        </p:nvCxnSpPr>
        <p:spPr>
          <a:xfrm flipV="1">
            <a:off x="5102578" y="869244"/>
            <a:ext cx="0" cy="558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971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71EA-B875-A123-C08C-5F5BB2A9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59606-5161-67B9-26DB-6B625F54D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31" y="241301"/>
            <a:ext cx="11816969" cy="66167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NP" sz="1800" b="1" dirty="0"/>
              <a:t>Output of Q 5</a:t>
            </a:r>
          </a:p>
          <a:p>
            <a:pPr marL="0" indent="0">
              <a:spcBef>
                <a:spcPts val="0"/>
              </a:spcBef>
              <a:buNone/>
            </a:pPr>
            <a:endParaRPr lang="en-NP" sz="1800" b="1" dirty="0"/>
          </a:p>
          <a:p>
            <a:pPr marL="0" indent="0">
              <a:spcBef>
                <a:spcPts val="0"/>
              </a:spcBef>
              <a:buNone/>
            </a:pPr>
            <a:endParaRPr lang="en-NP" sz="1800" b="1" dirty="0"/>
          </a:p>
          <a:p>
            <a:pPr marL="0" indent="0">
              <a:spcBef>
                <a:spcPts val="0"/>
              </a:spcBef>
              <a:buNone/>
            </a:pPr>
            <a:endParaRPr lang="en-NP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EDB28F-146C-6838-0D60-1A9ADBF84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31" y="790869"/>
            <a:ext cx="7772400" cy="23637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6EA05C-495E-D982-E506-001954AA1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31" y="3311231"/>
            <a:ext cx="77724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085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423AB-91BB-96A3-278A-CBA8CF8A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B405A-89CA-6979-F38D-10F3E828F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031" y="241301"/>
            <a:ext cx="11816969" cy="66167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i="1" dirty="0">
                <a:highlight>
                  <a:srgbClr val="00FF00"/>
                </a:highlight>
              </a:rPr>
              <a:t>QN 4 Write a  </a:t>
            </a:r>
            <a:r>
              <a:rPr lang="en-US" sz="1800" b="1" i="1" dirty="0" err="1">
                <a:highlight>
                  <a:srgbClr val="00FF00"/>
                </a:highlight>
              </a:rPr>
              <a:t>Js</a:t>
            </a:r>
            <a:r>
              <a:rPr lang="en-US" sz="1800" b="1" i="1" dirty="0">
                <a:highlight>
                  <a:srgbClr val="00FF00"/>
                </a:highlight>
              </a:rPr>
              <a:t> Program to demonstrate an example of loop to demonstrate first ‘n’ natural no.</a:t>
            </a:r>
            <a:endParaRPr lang="en-US" sz="1800" b="1" dirty="0"/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&lt;html&gt;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&lt;head&gt;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&lt;title&gt; example to print first n natural no:&lt;/title&gt;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&lt;script&gt;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function natural()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{ var </a:t>
            </a:r>
            <a:r>
              <a:rPr lang="en-US" sz="2400" b="1" dirty="0" err="1"/>
              <a:t>i</a:t>
            </a:r>
            <a:r>
              <a:rPr lang="en-US" sz="2400" b="1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var n=</a:t>
            </a:r>
            <a:r>
              <a:rPr lang="en-US" sz="2400" b="1" dirty="0" err="1"/>
              <a:t>parseInt</a:t>
            </a:r>
            <a:r>
              <a:rPr lang="en-US" sz="2400" b="1" dirty="0"/>
              <a:t>(prompt("enter the number"));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for (</a:t>
            </a:r>
            <a:r>
              <a:rPr lang="en-US" sz="2400" b="1" dirty="0" err="1"/>
              <a:t>i</a:t>
            </a:r>
            <a:r>
              <a:rPr lang="en-US" sz="2400" b="1" dirty="0"/>
              <a:t>=1; </a:t>
            </a:r>
            <a:r>
              <a:rPr lang="en-US" sz="2400" b="1" dirty="0" err="1"/>
              <a:t>i</a:t>
            </a:r>
            <a:r>
              <a:rPr lang="en-US" sz="2400" b="1" dirty="0"/>
              <a:t>&lt;=n; </a:t>
            </a:r>
            <a:r>
              <a:rPr lang="en-US" sz="2400" b="1" dirty="0" err="1"/>
              <a:t>i</a:t>
            </a:r>
            <a:r>
              <a:rPr lang="en-US" sz="2400" b="1" dirty="0"/>
              <a:t>++)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{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 err="1"/>
              <a:t>document.write</a:t>
            </a:r>
            <a:r>
              <a:rPr lang="en-US" sz="2400" b="1" dirty="0"/>
              <a:t>(</a:t>
            </a:r>
            <a:r>
              <a:rPr lang="en-US" sz="2400" b="1" dirty="0" err="1"/>
              <a:t>i</a:t>
            </a:r>
            <a:r>
              <a:rPr lang="en-US" sz="2400" b="1" dirty="0"/>
              <a:t> + "&lt;</a:t>
            </a:r>
            <a:r>
              <a:rPr lang="en-US" sz="2400" b="1" dirty="0" err="1"/>
              <a:t>br</a:t>
            </a:r>
            <a:r>
              <a:rPr lang="en-US" sz="2400" b="1" dirty="0"/>
              <a:t>/&gt;");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}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&lt;/script&gt;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&lt;/head&gt;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&lt;body&gt;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&lt;input type="button" value="</a:t>
            </a:r>
            <a:r>
              <a:rPr lang="en-US" sz="2400" b="1" dirty="0" err="1"/>
              <a:t>clickhere</a:t>
            </a:r>
            <a:r>
              <a:rPr lang="en-US" sz="2400" b="1" dirty="0"/>
              <a:t>" onclick="natural()"&gt;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&lt;/body&gt;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b="1" dirty="0"/>
              <a:t>&lt;/html&gt;</a:t>
            </a:r>
          </a:p>
          <a:p>
            <a:pPr marL="0" indent="0">
              <a:spcBef>
                <a:spcPts val="0"/>
              </a:spcBef>
              <a:buNone/>
            </a:pPr>
            <a:endParaRPr lang="en-NP" sz="1800" b="1" dirty="0"/>
          </a:p>
        </p:txBody>
      </p:sp>
    </p:spTree>
    <p:extLst>
      <p:ext uri="{BB962C8B-B14F-4D97-AF65-F5344CB8AC3E}">
        <p14:creationId xmlns:p14="http://schemas.microsoft.com/office/powerpoint/2010/main" val="7641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F3566-57BB-DA07-E1F4-F6EA10248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DADB35-DE4E-37EF-DD78-523DE74BD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822" y="2945912"/>
            <a:ext cx="5486400" cy="26990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B4307C-4A0C-8951-C135-FABC19BE7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22" y="276098"/>
            <a:ext cx="7772400" cy="25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09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762</Words>
  <Application>Microsoft Macintosh PowerPoint</Application>
  <PresentationFormat>Widescreen</PresentationFormat>
  <Paragraphs>138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Milan Bista</dc:creator>
  <cp:lastModifiedBy>Milan Bista</cp:lastModifiedBy>
  <cp:revision>24</cp:revision>
  <dcterms:created xsi:type="dcterms:W3CDTF">2025-11-13T01:49:39Z</dcterms:created>
  <dcterms:modified xsi:type="dcterms:W3CDTF">2025-11-17T11:22:01Z</dcterms:modified>
</cp:coreProperties>
</file>